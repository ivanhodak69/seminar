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14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Kliknite da biste uredili stil podnaslova matrice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aglavlje sekci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Uspored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adržaj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r-HR"/>
              <a:t>Kliknite ikonu da biste dodali  sliku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ska 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r-HR"/>
              <a:t>Kliknite ikonu da biste dodali  sliku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slov i o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ica s naziv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tup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tupca sa slika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r-HR"/>
              <a:t>Kliknite ikonu da biste dodali  sliku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r-HR"/>
              <a:t>Kliknite ikonu da biste dodali  sliku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r-HR"/>
              <a:t>Kliknite ikonu da biste dodali  sliku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 okomit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Okomiti naslov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81447F5-E3ED-3039-11A2-56101C5575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9533417" cy="2387600"/>
          </a:xfrm>
        </p:spPr>
        <p:txBody>
          <a:bodyPr>
            <a:normAutofit/>
          </a:bodyPr>
          <a:lstStyle/>
          <a:p>
            <a:r>
              <a:rPr lang="hr-HR" sz="6000" b="1" dirty="0"/>
              <a:t>Štoperica – PTP SEMINAR</a:t>
            </a:r>
            <a:endParaRPr lang="sr-Latn-RS" sz="6000" b="1" dirty="0"/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60ED1D23-4BD4-5C54-ABF7-B383CB9671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672692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55A9959-89E6-D1E5-101D-7C26B3BAC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FUNCKIJA</a:t>
            </a:r>
            <a:endParaRPr lang="sr-Latn-RS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76300448-58E2-7428-0D3C-4329D2BA29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Funkcija ove pločice je da radi kao štoperica te da za svaku minutu </a:t>
            </a:r>
            <a:r>
              <a:rPr lang="hr-HR" dirty="0" err="1"/>
              <a:t>blinka</a:t>
            </a:r>
            <a:r>
              <a:rPr lang="hr-HR" dirty="0"/>
              <a:t> crvena </a:t>
            </a:r>
            <a:r>
              <a:rPr lang="hr-HR" dirty="0" err="1"/>
              <a:t>ledica</a:t>
            </a:r>
            <a:r>
              <a:rPr lang="hr-HR" dirty="0"/>
              <a:t> a za svaku sekundu </a:t>
            </a:r>
            <a:r>
              <a:rPr lang="hr-HR" dirty="0" err="1"/>
              <a:t>blinka</a:t>
            </a:r>
            <a:r>
              <a:rPr lang="hr-HR" dirty="0"/>
              <a:t> plava </a:t>
            </a:r>
            <a:r>
              <a:rPr lang="hr-HR" dirty="0" err="1"/>
              <a:t>ledica</a:t>
            </a:r>
            <a:r>
              <a:rPr lang="hr-HR" dirty="0"/>
              <a:t>. Proteklo vrijeme se ispisuje na LCD ekranu</a:t>
            </a:r>
          </a:p>
          <a:p>
            <a:r>
              <a:rPr lang="hr-HR" dirty="0" err="1"/>
              <a:t>Mikroupravljač</a:t>
            </a:r>
            <a:r>
              <a:rPr lang="hr-HR" dirty="0"/>
              <a:t> se napaja sa 5V koje dobiva od baterije</a:t>
            </a:r>
          </a:p>
          <a:p>
            <a:r>
              <a:rPr lang="hr-HR" dirty="0"/>
              <a:t>Baterija se puni preko USB-a i diže napon na 5V pomoću TPS61023DRLR</a:t>
            </a: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482339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A9E50830-05D2-7A6C-DD54-85B7EDE01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Komponente</a:t>
            </a:r>
            <a:endParaRPr lang="sr-Latn-RS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DF875F66-F39E-7B56-18BD-23314F0C5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STM32F446RE</a:t>
            </a:r>
          </a:p>
          <a:p>
            <a:r>
              <a:rPr lang="hr-HR" dirty="0"/>
              <a:t>LCD sa I²C modulom</a:t>
            </a:r>
          </a:p>
          <a:p>
            <a:r>
              <a:rPr lang="hr-HR" dirty="0"/>
              <a:t>TP4056</a:t>
            </a:r>
          </a:p>
          <a:p>
            <a:r>
              <a:rPr lang="hr-HR" dirty="0"/>
              <a:t>TPS61023DRLR</a:t>
            </a:r>
          </a:p>
          <a:p>
            <a:r>
              <a:rPr lang="hr-HR" dirty="0"/>
              <a:t>USB B Mini adapter</a:t>
            </a: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3438147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9D914F2-435F-25CF-9B6B-3607CEEAF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r-Latn-RS"/>
          </a:p>
        </p:txBody>
      </p:sp>
      <p:pic>
        <p:nvPicPr>
          <p:cNvPr id="4" name="Rezervirano mjesto sadržaja 3">
            <a:extLst>
              <a:ext uri="{FF2B5EF4-FFF2-40B4-BE49-F238E27FC236}">
                <a16:creationId xmlns:a16="http://schemas.microsoft.com/office/drawing/2014/main" id="{FB048254-70F5-3E10-6F19-91B2F031F0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47037" y="0"/>
            <a:ext cx="12239037" cy="691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907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D0A14137-3CAA-88A4-8D21-D0778FB75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F.cu</a:t>
            </a:r>
            <a:endParaRPr lang="sr-Latn-RS" dirty="0"/>
          </a:p>
        </p:txBody>
      </p:sp>
      <p:sp>
        <p:nvSpPr>
          <p:cNvPr id="7" name="Rezervirano mjesto sadržaja 6">
            <a:extLst>
              <a:ext uri="{FF2B5EF4-FFF2-40B4-BE49-F238E27FC236}">
                <a16:creationId xmlns:a16="http://schemas.microsoft.com/office/drawing/2014/main" id="{4108D3BD-774C-8AA3-495F-3EC87C843B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 dirty="0"/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929310C6-B63B-4F1C-1828-5C0C35253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4600" y="1066799"/>
            <a:ext cx="5362811" cy="4919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877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6B39AF9-0A69-4EE1-0A74-61AF83C57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B.Cu</a:t>
            </a:r>
            <a:endParaRPr lang="sr-Latn-RS" dirty="0"/>
          </a:p>
        </p:txBody>
      </p:sp>
      <p:sp>
        <p:nvSpPr>
          <p:cNvPr id="7" name="Rezervirano mjesto sadržaja 6">
            <a:extLst>
              <a:ext uri="{FF2B5EF4-FFF2-40B4-BE49-F238E27FC236}">
                <a16:creationId xmlns:a16="http://schemas.microsoft.com/office/drawing/2014/main" id="{9247FD91-9602-9064-86FF-7B8F7735C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F9BF96A3-0580-00A4-5127-5D4CB3255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396" y="883937"/>
            <a:ext cx="5322955" cy="5090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35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6D15E39B-402B-1DE8-A6C4-4D12CCB29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F.mask</a:t>
            </a:r>
            <a:endParaRPr lang="sr-Latn-RS" dirty="0"/>
          </a:p>
        </p:txBody>
      </p:sp>
      <p:sp>
        <p:nvSpPr>
          <p:cNvPr id="7" name="Rezervirano mjesto sadržaja 6">
            <a:extLst>
              <a:ext uri="{FF2B5EF4-FFF2-40B4-BE49-F238E27FC236}">
                <a16:creationId xmlns:a16="http://schemas.microsoft.com/office/drawing/2014/main" id="{7252548D-C05E-754C-1E6E-0976FFE51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 dirty="0"/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42C72735-0C6B-E71E-48DE-4DAD0D4C2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219" y="1348144"/>
            <a:ext cx="4953192" cy="4609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277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D8D6D68-2BDC-96F9-F6EE-0DC87D472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B.mask</a:t>
            </a:r>
            <a:endParaRPr lang="sr-Latn-RS" dirty="0"/>
          </a:p>
        </p:txBody>
      </p:sp>
      <p:sp>
        <p:nvSpPr>
          <p:cNvPr id="7" name="Rezervirano mjesto sadržaja 6">
            <a:extLst>
              <a:ext uri="{FF2B5EF4-FFF2-40B4-BE49-F238E27FC236}">
                <a16:creationId xmlns:a16="http://schemas.microsoft.com/office/drawing/2014/main" id="{BEFA32BD-4012-12C6-8BF6-C5BCBD280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977C6BA6-4EB1-9E45-779B-2A63BD0B5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11" y="1311184"/>
            <a:ext cx="5066187" cy="4480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529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FFDF438-C20C-9A97-AC5B-E42E8ADC2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f.silkscreen</a:t>
            </a:r>
            <a:endParaRPr lang="sr-Latn-RS" dirty="0"/>
          </a:p>
        </p:txBody>
      </p:sp>
      <p:sp>
        <p:nvSpPr>
          <p:cNvPr id="5" name="Rezervirano mjesto sadržaja 4">
            <a:extLst>
              <a:ext uri="{FF2B5EF4-FFF2-40B4-BE49-F238E27FC236}">
                <a16:creationId xmlns:a16="http://schemas.microsoft.com/office/drawing/2014/main" id="{EB0AC585-063E-D5EA-DE67-085927129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5BF41B1C-F60D-5399-92AE-AAE145B55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4551" y="925221"/>
            <a:ext cx="5202860" cy="5007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005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964AD90-B1AD-92B7-5825-3DBF9291F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Edge</a:t>
            </a:r>
            <a:r>
              <a:rPr lang="hr-HR" dirty="0"/>
              <a:t> </a:t>
            </a:r>
            <a:r>
              <a:rPr lang="hr-HR" dirty="0" err="1"/>
              <a:t>cuts</a:t>
            </a:r>
            <a:endParaRPr lang="sr-Latn-RS" dirty="0"/>
          </a:p>
        </p:txBody>
      </p:sp>
      <p:sp>
        <p:nvSpPr>
          <p:cNvPr id="5" name="Rezervirano mjesto sadržaja 4">
            <a:extLst>
              <a:ext uri="{FF2B5EF4-FFF2-40B4-BE49-F238E27FC236}">
                <a16:creationId xmlns:a16="http://schemas.microsoft.com/office/drawing/2014/main" id="{A7FC839C-37F6-477C-ADDF-A6D1E170B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129C357E-22B2-91DD-21B7-129D4F787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11" y="1066799"/>
            <a:ext cx="4990124" cy="4779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062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137160E-15F6-BA5A-D79D-997DF3BE4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F.fab</a:t>
            </a:r>
            <a:endParaRPr lang="sr-Latn-RS" dirty="0"/>
          </a:p>
        </p:txBody>
      </p:sp>
      <p:sp>
        <p:nvSpPr>
          <p:cNvPr id="5" name="Rezervirano mjesto sadržaja 4">
            <a:extLst>
              <a:ext uri="{FF2B5EF4-FFF2-40B4-BE49-F238E27FC236}">
                <a16:creationId xmlns:a16="http://schemas.microsoft.com/office/drawing/2014/main" id="{82CDB292-6CCB-D1A3-E9B7-A57D80283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 dirty="0"/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B21DB80B-8ACF-F8F5-6E08-62FA653D1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946891"/>
            <a:ext cx="5066492" cy="496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4789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3" name="Rectangle 92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5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E5C78109-25FF-1BA4-EED4-BC1DB3C0B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>
            <a:normAutofit/>
          </a:bodyPr>
          <a:lstStyle/>
          <a:p>
            <a:r>
              <a:rPr lang="hr-HR" sz="3200"/>
              <a:t>3d model</a:t>
            </a:r>
            <a:endParaRPr lang="sr-Latn-RS" sz="3200"/>
          </a:p>
        </p:txBody>
      </p:sp>
      <p:sp>
        <p:nvSpPr>
          <p:cNvPr id="88" name="Content Placeholder 7">
            <a:extLst>
              <a:ext uri="{FF2B5EF4-FFF2-40B4-BE49-F238E27FC236}">
                <a16:creationId xmlns:a16="http://schemas.microsoft.com/office/drawing/2014/main" id="{DB8868CB-AE00-BCE1-8EEA-39DF0D35B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4459287" cy="3965046"/>
          </a:xfrm>
        </p:spPr>
        <p:txBody>
          <a:bodyPr>
            <a:normAutofit/>
          </a:bodyPr>
          <a:lstStyle/>
          <a:p>
            <a:endParaRPr lang="en-US" sz="2000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759F2309-8E23-2F02-0073-F2B9CFDDFA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790691"/>
            <a:ext cx="5456279" cy="5251668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97" name="Group 96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98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9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8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10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15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1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2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3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4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</p:spTree>
    <p:extLst>
      <p:ext uri="{BB962C8B-B14F-4D97-AF65-F5344CB8AC3E}">
        <p14:creationId xmlns:p14="http://schemas.microsoft.com/office/powerpoint/2010/main" val="3307469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Kružnica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91</Words>
  <Application>Microsoft Office PowerPoint</Application>
  <PresentationFormat>Široki zaslon</PresentationFormat>
  <Paragraphs>19</Paragraphs>
  <Slides>12</Slides>
  <Notes>0</Notes>
  <HiddenSlides>0</HiddenSlides>
  <MMClips>0</MMClips>
  <ScaleCrop>false</ScaleCrop>
  <HeadingPairs>
    <vt:vector size="6" baseType="variant">
      <vt:variant>
        <vt:lpstr>Korišteni fontovi</vt:lpstr>
      </vt:variant>
      <vt:variant>
        <vt:i4>2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12</vt:i4>
      </vt:variant>
    </vt:vector>
  </HeadingPairs>
  <TitlesOfParts>
    <vt:vector size="15" baseType="lpstr">
      <vt:lpstr>Arial</vt:lpstr>
      <vt:lpstr>Tw Cen MT</vt:lpstr>
      <vt:lpstr>Kružnica</vt:lpstr>
      <vt:lpstr>Štoperica – PTP SEMINAR</vt:lpstr>
      <vt:lpstr>FUNCKIJA</vt:lpstr>
      <vt:lpstr>Komponente</vt:lpstr>
      <vt:lpstr>PowerPoint prezentacija</vt:lpstr>
      <vt:lpstr>F.cu</vt:lpstr>
      <vt:lpstr>B.Cu</vt:lpstr>
      <vt:lpstr>F.mask</vt:lpstr>
      <vt:lpstr>B.mask</vt:lpstr>
      <vt:lpstr>f.silkscreen</vt:lpstr>
      <vt:lpstr>Edge cuts</vt:lpstr>
      <vt:lpstr>F.fab</vt:lpstr>
      <vt:lpstr>3d model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Štoperica – PTP SEMINAR</dc:title>
  <dc:creator>Ivan Hodak (ihodak)</dc:creator>
  <cp:lastModifiedBy>IVAN</cp:lastModifiedBy>
  <cp:revision>25</cp:revision>
  <dcterms:created xsi:type="dcterms:W3CDTF">2026-02-04T08:07:51Z</dcterms:created>
  <dcterms:modified xsi:type="dcterms:W3CDTF">2026-02-06T11:57:49Z</dcterms:modified>
</cp:coreProperties>
</file>