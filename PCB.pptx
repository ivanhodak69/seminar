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44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Kliknite da biste uredili stil podnaslova matrice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ska 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slov i o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ica s nazi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tupc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tupca sa slik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81447F5-E3ED-3039-11A2-56101C5575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9533417" cy="2387600"/>
          </a:xfrm>
        </p:spPr>
        <p:txBody>
          <a:bodyPr>
            <a:normAutofit/>
          </a:bodyPr>
          <a:lstStyle/>
          <a:p>
            <a:r>
              <a:rPr lang="hr-HR" sz="6000" b="1" dirty="0"/>
              <a:t>Štoperica – PTP SEMINAR</a:t>
            </a:r>
            <a:endParaRPr lang="sr-Latn-RS" sz="6000" b="1" dirty="0"/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60ED1D23-4BD4-5C54-ABF7-B383CB9671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3672692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55A9959-89E6-D1E5-101D-7C26B3BAC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FUNCKIJA</a:t>
            </a:r>
            <a:endParaRPr lang="sr-Latn-RS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6300448-58E2-7428-0D3C-4329D2BA2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Funkcija ove pločice je da radi kao štoperica te da za svaku minutu </a:t>
            </a:r>
            <a:r>
              <a:rPr lang="hr-HR" dirty="0" err="1"/>
              <a:t>blinka</a:t>
            </a:r>
            <a:r>
              <a:rPr lang="hr-HR" dirty="0"/>
              <a:t> crvena </a:t>
            </a:r>
            <a:r>
              <a:rPr lang="hr-HR" dirty="0" err="1"/>
              <a:t>ledica</a:t>
            </a:r>
            <a:r>
              <a:rPr lang="hr-HR" dirty="0"/>
              <a:t> a za svaku sekundu </a:t>
            </a:r>
            <a:r>
              <a:rPr lang="hr-HR" dirty="0" err="1"/>
              <a:t>blinka</a:t>
            </a:r>
            <a:r>
              <a:rPr lang="hr-HR" dirty="0"/>
              <a:t> plava </a:t>
            </a:r>
            <a:r>
              <a:rPr lang="hr-HR" dirty="0" err="1"/>
              <a:t>ledica</a:t>
            </a:r>
            <a:r>
              <a:rPr lang="hr-HR" dirty="0"/>
              <a:t>. Proteklo vrijeme se ispisuje na LCD ekranu</a:t>
            </a:r>
          </a:p>
          <a:p>
            <a:r>
              <a:rPr lang="hr-HR" dirty="0" err="1"/>
              <a:t>Mikroupravljač</a:t>
            </a:r>
            <a:r>
              <a:rPr lang="hr-HR" dirty="0"/>
              <a:t> se napaja sa 5V koje dobiva od baterije</a:t>
            </a:r>
          </a:p>
          <a:p>
            <a:r>
              <a:rPr lang="hr-HR" dirty="0"/>
              <a:t>Baterija se puni preko USB-a i diže napon na 5V pomoću TPS61023DRLR</a:t>
            </a:r>
            <a:endParaRPr lang="sr-Latn-RS" dirty="0"/>
          </a:p>
        </p:txBody>
      </p:sp>
    </p:spTree>
    <p:extLst>
      <p:ext uri="{BB962C8B-B14F-4D97-AF65-F5344CB8AC3E}">
        <p14:creationId xmlns:p14="http://schemas.microsoft.com/office/powerpoint/2010/main" val="482339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A9E50830-05D2-7A6C-DD54-85B7EDE01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Komponente</a:t>
            </a:r>
            <a:endParaRPr lang="sr-Latn-RS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DF875F66-F39E-7B56-18BD-23314F0C5E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STM32F446RE</a:t>
            </a:r>
          </a:p>
          <a:p>
            <a:r>
              <a:rPr lang="hr-HR" dirty="0"/>
              <a:t>LCD sa I²C modulom</a:t>
            </a:r>
          </a:p>
          <a:p>
            <a:r>
              <a:rPr lang="hr-HR" dirty="0"/>
              <a:t>TP4056</a:t>
            </a:r>
          </a:p>
          <a:p>
            <a:r>
              <a:rPr lang="hr-HR" dirty="0"/>
              <a:t>TPS61023DRLR</a:t>
            </a:r>
          </a:p>
          <a:p>
            <a:r>
              <a:rPr lang="hr-HR" dirty="0"/>
              <a:t>USB B Mini adapter</a:t>
            </a:r>
            <a:endParaRPr lang="sr-Latn-RS" dirty="0"/>
          </a:p>
        </p:txBody>
      </p:sp>
    </p:spTree>
    <p:extLst>
      <p:ext uri="{BB962C8B-B14F-4D97-AF65-F5344CB8AC3E}">
        <p14:creationId xmlns:p14="http://schemas.microsoft.com/office/powerpoint/2010/main" val="3438147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9D914F2-435F-25CF-9B6B-3607CEEA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r-Latn-RS"/>
          </a:p>
        </p:txBody>
      </p:sp>
      <p:pic>
        <p:nvPicPr>
          <p:cNvPr id="4" name="Rezervirano mjesto sadržaja 3">
            <a:extLst>
              <a:ext uri="{FF2B5EF4-FFF2-40B4-BE49-F238E27FC236}">
                <a16:creationId xmlns:a16="http://schemas.microsoft.com/office/drawing/2014/main" id="{FB048254-70F5-3E10-6F19-91B2F031F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037" y="0"/>
            <a:ext cx="12239037" cy="6914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907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0A14137-3CAA-88A4-8D21-D0778FB75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F.cu</a:t>
            </a:r>
            <a:endParaRPr lang="sr-Latn-RS" dirty="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397BC82C-C91A-25A7-6BDE-4D2C92084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438" y="898135"/>
            <a:ext cx="5102031" cy="5061730"/>
          </a:xfrm>
          <a:prstGeom prst="rect">
            <a:avLst/>
          </a:prstGeom>
        </p:spPr>
      </p:pic>
      <p:sp>
        <p:nvSpPr>
          <p:cNvPr id="7" name="Rezervirano mjesto sadržaja 6">
            <a:extLst>
              <a:ext uri="{FF2B5EF4-FFF2-40B4-BE49-F238E27FC236}">
                <a16:creationId xmlns:a16="http://schemas.microsoft.com/office/drawing/2014/main" id="{4108D3BD-774C-8AA3-495F-3EC87C843B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817877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6B39AF9-0A69-4EE1-0A74-61AF83C57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B.Cu</a:t>
            </a:r>
            <a:endParaRPr lang="sr-Latn-RS" dirty="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5025A86F-30D3-9A8E-D8C8-C2A56132B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757" y="1066799"/>
            <a:ext cx="4430886" cy="4310743"/>
          </a:xfrm>
          <a:prstGeom prst="rect">
            <a:avLst/>
          </a:prstGeom>
        </p:spPr>
      </p:pic>
      <p:sp>
        <p:nvSpPr>
          <p:cNvPr id="7" name="Rezervirano mjesto sadržaja 6">
            <a:extLst>
              <a:ext uri="{FF2B5EF4-FFF2-40B4-BE49-F238E27FC236}">
                <a16:creationId xmlns:a16="http://schemas.microsoft.com/office/drawing/2014/main" id="{9247FD91-9602-9064-86FF-7B8F7735C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1035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D15E39B-402B-1DE8-A6C4-4D12CCB29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F.mask</a:t>
            </a:r>
            <a:endParaRPr lang="sr-Latn-RS" dirty="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3B0C22A2-F3B5-0BB0-52A5-9F74EDD3C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6927" y="941793"/>
            <a:ext cx="5186928" cy="4974414"/>
          </a:xfrm>
          <a:prstGeom prst="rect">
            <a:avLst/>
          </a:prstGeom>
        </p:spPr>
      </p:pic>
      <p:sp>
        <p:nvSpPr>
          <p:cNvPr id="7" name="Rezervirano mjesto sadržaja 6">
            <a:extLst>
              <a:ext uri="{FF2B5EF4-FFF2-40B4-BE49-F238E27FC236}">
                <a16:creationId xmlns:a16="http://schemas.microsoft.com/office/drawing/2014/main" id="{7252548D-C05E-754C-1E6E-0976FFE51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971277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D8D6D68-2BDC-96F9-F6EE-0DC87D472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B.mask</a:t>
            </a:r>
            <a:endParaRPr lang="sr-Latn-RS" dirty="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B8E47770-1E5B-15D5-92B8-BAA680D0E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088" y="1066799"/>
            <a:ext cx="5423381" cy="5150203"/>
          </a:xfrm>
          <a:prstGeom prst="rect">
            <a:avLst/>
          </a:prstGeom>
        </p:spPr>
      </p:pic>
      <p:sp>
        <p:nvSpPr>
          <p:cNvPr id="7" name="Rezervirano mjesto sadržaja 6">
            <a:extLst>
              <a:ext uri="{FF2B5EF4-FFF2-40B4-BE49-F238E27FC236}">
                <a16:creationId xmlns:a16="http://schemas.microsoft.com/office/drawing/2014/main" id="{BEFA32BD-4012-12C6-8BF6-C5BCBD280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15529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FFDF438-C20C-9A97-AC5B-E42E8ADC2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f.silkscreen</a:t>
            </a:r>
            <a:endParaRPr lang="sr-Latn-RS" dirty="0"/>
          </a:p>
        </p:txBody>
      </p:sp>
      <p:sp>
        <p:nvSpPr>
          <p:cNvPr id="5" name="Rezervirano mjesto sadržaja 4">
            <a:extLst>
              <a:ext uri="{FF2B5EF4-FFF2-40B4-BE49-F238E27FC236}">
                <a16:creationId xmlns:a16="http://schemas.microsoft.com/office/drawing/2014/main" id="{EB0AC585-063E-D5EA-DE67-085927129F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50E6550B-5CEE-9E3F-CEC5-4F88AA341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564" y="1071464"/>
            <a:ext cx="5024515" cy="4811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005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964AD90-B1AD-92B7-5825-3DBF9291F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Edge</a:t>
            </a:r>
            <a:r>
              <a:rPr lang="hr-HR" dirty="0"/>
              <a:t> </a:t>
            </a:r>
            <a:r>
              <a:rPr lang="hr-HR" dirty="0" err="1"/>
              <a:t>cuts</a:t>
            </a:r>
            <a:endParaRPr lang="sr-Latn-RS" dirty="0"/>
          </a:p>
        </p:txBody>
      </p:sp>
      <p:sp>
        <p:nvSpPr>
          <p:cNvPr id="5" name="Rezervirano mjesto sadržaja 4">
            <a:extLst>
              <a:ext uri="{FF2B5EF4-FFF2-40B4-BE49-F238E27FC236}">
                <a16:creationId xmlns:a16="http://schemas.microsoft.com/office/drawing/2014/main" id="{A7FC839C-37F6-477C-ADDF-A6D1E170B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AD9D6821-2E2A-975B-5BB5-0FCEE23575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08" y="1066799"/>
            <a:ext cx="4831443" cy="480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062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137160E-15F6-BA5A-D79D-997DF3BE4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F.fab</a:t>
            </a:r>
            <a:endParaRPr lang="sr-Latn-RS" dirty="0"/>
          </a:p>
        </p:txBody>
      </p:sp>
      <p:sp>
        <p:nvSpPr>
          <p:cNvPr id="5" name="Rezervirano mjesto sadržaja 4">
            <a:extLst>
              <a:ext uri="{FF2B5EF4-FFF2-40B4-BE49-F238E27FC236}">
                <a16:creationId xmlns:a16="http://schemas.microsoft.com/office/drawing/2014/main" id="{82CDB292-6CCB-D1A3-E9B7-A57D802834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 dirty="0"/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7AC22E71-74B0-A210-EE9D-8FC28C699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94" y="1066799"/>
            <a:ext cx="4895036" cy="459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478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3" name="Rectangle 92">
            <a:extLst>
              <a:ext uri="{FF2B5EF4-FFF2-40B4-BE49-F238E27FC236}">
                <a16:creationId xmlns:a16="http://schemas.microsoft.com/office/drawing/2014/main" id="{C2E4E997-8672-4FFD-B8EC-9932A8E47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5" name="Picture 2">
            <a:extLst>
              <a:ext uri="{FF2B5EF4-FFF2-40B4-BE49-F238E27FC236}">
                <a16:creationId xmlns:a16="http://schemas.microsoft.com/office/drawing/2014/main" id="{FE6BA9E6-1D9E-4D30-B528-D49FA134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5C78109-25FF-1BA4-EED4-BC1DB3C0B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4459286" cy="1478570"/>
          </a:xfrm>
        </p:spPr>
        <p:txBody>
          <a:bodyPr>
            <a:normAutofit/>
          </a:bodyPr>
          <a:lstStyle/>
          <a:p>
            <a:r>
              <a:rPr lang="hr-HR" sz="3200"/>
              <a:t>3d model</a:t>
            </a:r>
            <a:endParaRPr lang="sr-Latn-RS" sz="3200"/>
          </a:p>
        </p:txBody>
      </p:sp>
      <p:sp>
        <p:nvSpPr>
          <p:cNvPr id="88" name="Content Placeholder 7">
            <a:extLst>
              <a:ext uri="{FF2B5EF4-FFF2-40B4-BE49-F238E27FC236}">
                <a16:creationId xmlns:a16="http://schemas.microsoft.com/office/drawing/2014/main" id="{DB8868CB-AE00-BCE1-8EEA-39DF0D35B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4459287" cy="3965046"/>
          </a:xfrm>
        </p:spPr>
        <p:txBody>
          <a:bodyPr>
            <a:normAutofit/>
          </a:bodyPr>
          <a:lstStyle/>
          <a:p>
            <a:endParaRPr lang="en-US" sz="200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759F2309-8E23-2F02-0073-F2B9CFDDF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790691"/>
            <a:ext cx="5456279" cy="5251668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grpSp>
        <p:nvGrpSpPr>
          <p:cNvPr id="97" name="Group 96">
            <a:extLst>
              <a:ext uri="{FF2B5EF4-FFF2-40B4-BE49-F238E27FC236}">
                <a16:creationId xmlns:a16="http://schemas.microsoft.com/office/drawing/2014/main" id="{453E4DEE-E996-40F8-8635-0FF43D734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8" name="Rectangle 5">
              <a:extLst>
                <a:ext uri="{FF2B5EF4-FFF2-40B4-BE49-F238E27FC236}">
                  <a16:creationId xmlns:a16="http://schemas.microsoft.com/office/drawing/2014/main" id="{08BD1D3E-43CE-49EB-A424-0738950C64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9" name="Freeform 6">
              <a:extLst>
                <a:ext uri="{FF2B5EF4-FFF2-40B4-BE49-F238E27FC236}">
                  <a16:creationId xmlns:a16="http://schemas.microsoft.com/office/drawing/2014/main" id="{E9182037-E3FA-489A-95D5-29E424842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7">
              <a:extLst>
                <a:ext uri="{FF2B5EF4-FFF2-40B4-BE49-F238E27FC236}">
                  <a16:creationId xmlns:a16="http://schemas.microsoft.com/office/drawing/2014/main" id="{E8864E76-AD7F-4BEE-B3F6-A78FA42AE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8">
              <a:extLst>
                <a:ext uri="{FF2B5EF4-FFF2-40B4-BE49-F238E27FC236}">
                  <a16:creationId xmlns:a16="http://schemas.microsoft.com/office/drawing/2014/main" id="{8AD071B3-046D-4479-91FE-01E9AD7C8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9">
              <a:extLst>
                <a:ext uri="{FF2B5EF4-FFF2-40B4-BE49-F238E27FC236}">
                  <a16:creationId xmlns:a16="http://schemas.microsoft.com/office/drawing/2014/main" id="{91D776F5-E902-4A4D-A75D-A46E063C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0">
              <a:extLst>
                <a:ext uri="{FF2B5EF4-FFF2-40B4-BE49-F238E27FC236}">
                  <a16:creationId xmlns:a16="http://schemas.microsoft.com/office/drawing/2014/main" id="{EBED8F24-A998-4952-AB68-E2074F074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1">
              <a:extLst>
                <a:ext uri="{FF2B5EF4-FFF2-40B4-BE49-F238E27FC236}">
                  <a16:creationId xmlns:a16="http://schemas.microsoft.com/office/drawing/2014/main" id="{74D7A646-8CDC-49B3-9C44-3EF38DB426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2">
              <a:extLst>
                <a:ext uri="{FF2B5EF4-FFF2-40B4-BE49-F238E27FC236}">
                  <a16:creationId xmlns:a16="http://schemas.microsoft.com/office/drawing/2014/main" id="{D4E99D14-E4F4-419B-9AAF-8D1CEAB28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3">
              <a:extLst>
                <a:ext uri="{FF2B5EF4-FFF2-40B4-BE49-F238E27FC236}">
                  <a16:creationId xmlns:a16="http://schemas.microsoft.com/office/drawing/2014/main" id="{377E106C-5445-4A52-9F7E-DA1738744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Freeform 14">
              <a:extLst>
                <a:ext uri="{FF2B5EF4-FFF2-40B4-BE49-F238E27FC236}">
                  <a16:creationId xmlns:a16="http://schemas.microsoft.com/office/drawing/2014/main" id="{752BFE96-D378-4BAE-A64B-F851A34C4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8" name="Freeform 15">
              <a:extLst>
                <a:ext uri="{FF2B5EF4-FFF2-40B4-BE49-F238E27FC236}">
                  <a16:creationId xmlns:a16="http://schemas.microsoft.com/office/drawing/2014/main" id="{B88FFB19-5A5E-4078-B467-9D4ABD21BD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Line 16">
              <a:extLst>
                <a:ext uri="{FF2B5EF4-FFF2-40B4-BE49-F238E27FC236}">
                  <a16:creationId xmlns:a16="http://schemas.microsoft.com/office/drawing/2014/main" id="{11042975-3D19-4728-BCDA-D3F5CD633E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10" name="Freeform 17">
              <a:extLst>
                <a:ext uri="{FF2B5EF4-FFF2-40B4-BE49-F238E27FC236}">
                  <a16:creationId xmlns:a16="http://schemas.microsoft.com/office/drawing/2014/main" id="{A28972BD-D2E1-4DCA-A907-2E3B6F606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18">
              <a:extLst>
                <a:ext uri="{FF2B5EF4-FFF2-40B4-BE49-F238E27FC236}">
                  <a16:creationId xmlns:a16="http://schemas.microsoft.com/office/drawing/2014/main" id="{1C806824-5C2D-4747-B038-69EE4074B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19">
              <a:extLst>
                <a:ext uri="{FF2B5EF4-FFF2-40B4-BE49-F238E27FC236}">
                  <a16:creationId xmlns:a16="http://schemas.microsoft.com/office/drawing/2014/main" id="{3B33F710-16D7-4F48-BFCA-66C9CA2352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20">
              <a:extLst>
                <a:ext uri="{FF2B5EF4-FFF2-40B4-BE49-F238E27FC236}">
                  <a16:creationId xmlns:a16="http://schemas.microsoft.com/office/drawing/2014/main" id="{6C8C8ED4-90FA-4E97-AAF0-D5D51E6A9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Rectangle 21">
              <a:extLst>
                <a:ext uri="{FF2B5EF4-FFF2-40B4-BE49-F238E27FC236}">
                  <a16:creationId xmlns:a16="http://schemas.microsoft.com/office/drawing/2014/main" id="{6C5EB9C1-B25F-4172-8A96-5950ECC828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5" name="Freeform 22">
              <a:extLst>
                <a:ext uri="{FF2B5EF4-FFF2-40B4-BE49-F238E27FC236}">
                  <a16:creationId xmlns:a16="http://schemas.microsoft.com/office/drawing/2014/main" id="{097E6E8A-9373-4655-882B-21715CCE9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3">
              <a:extLst>
                <a:ext uri="{FF2B5EF4-FFF2-40B4-BE49-F238E27FC236}">
                  <a16:creationId xmlns:a16="http://schemas.microsoft.com/office/drawing/2014/main" id="{EB8CC766-1206-4372-ACAF-8230AF4D54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4">
              <a:extLst>
                <a:ext uri="{FF2B5EF4-FFF2-40B4-BE49-F238E27FC236}">
                  <a16:creationId xmlns:a16="http://schemas.microsoft.com/office/drawing/2014/main" id="{1C8E2511-2489-47B2-9C19-C410910DD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5">
              <a:extLst>
                <a:ext uri="{FF2B5EF4-FFF2-40B4-BE49-F238E27FC236}">
                  <a16:creationId xmlns:a16="http://schemas.microsoft.com/office/drawing/2014/main" id="{D7820196-0A47-47EF-832C-A688E897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6">
              <a:extLst>
                <a:ext uri="{FF2B5EF4-FFF2-40B4-BE49-F238E27FC236}">
                  <a16:creationId xmlns:a16="http://schemas.microsoft.com/office/drawing/2014/main" id="{4982E0BF-34AE-48A3-AD6B-E0F3CD05D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7">
              <a:extLst>
                <a:ext uri="{FF2B5EF4-FFF2-40B4-BE49-F238E27FC236}">
                  <a16:creationId xmlns:a16="http://schemas.microsoft.com/office/drawing/2014/main" id="{CD34643B-9DF2-4310-8868-48252C339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28">
              <a:extLst>
                <a:ext uri="{FF2B5EF4-FFF2-40B4-BE49-F238E27FC236}">
                  <a16:creationId xmlns:a16="http://schemas.microsoft.com/office/drawing/2014/main" id="{4E020C4E-AF64-44A8-B830-779541D8D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29">
              <a:extLst>
                <a:ext uri="{FF2B5EF4-FFF2-40B4-BE49-F238E27FC236}">
                  <a16:creationId xmlns:a16="http://schemas.microsoft.com/office/drawing/2014/main" id="{D97BC3D3-B1B3-4825-9169-BBEF1DBCF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3" name="Freeform 30">
              <a:extLst>
                <a:ext uri="{FF2B5EF4-FFF2-40B4-BE49-F238E27FC236}">
                  <a16:creationId xmlns:a16="http://schemas.microsoft.com/office/drawing/2014/main" id="{A750DC4F-1DAF-470E-98C6-6C68DEB93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4" name="Freeform 31">
              <a:extLst>
                <a:ext uri="{FF2B5EF4-FFF2-40B4-BE49-F238E27FC236}">
                  <a16:creationId xmlns:a16="http://schemas.microsoft.com/office/drawing/2014/main" id="{2F99594A-5BBD-4E10-A818-8BE52B7D9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</p:spTree>
    <p:extLst>
      <p:ext uri="{BB962C8B-B14F-4D97-AF65-F5344CB8AC3E}">
        <p14:creationId xmlns:p14="http://schemas.microsoft.com/office/powerpoint/2010/main" val="33074698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Kružnica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91</Words>
  <Application>Microsoft Office PowerPoint</Application>
  <PresentationFormat>Široki zaslon</PresentationFormat>
  <Paragraphs>19</Paragraphs>
  <Slides>12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2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12</vt:i4>
      </vt:variant>
    </vt:vector>
  </HeadingPairs>
  <TitlesOfParts>
    <vt:vector size="15" baseType="lpstr">
      <vt:lpstr>Arial</vt:lpstr>
      <vt:lpstr>Tw Cen MT</vt:lpstr>
      <vt:lpstr>Kružnica</vt:lpstr>
      <vt:lpstr>Štoperica – PTP SEMINAR</vt:lpstr>
      <vt:lpstr>FUNCKIJA</vt:lpstr>
      <vt:lpstr>Komponente</vt:lpstr>
      <vt:lpstr>PowerPoint prezentacija</vt:lpstr>
      <vt:lpstr>F.cu</vt:lpstr>
      <vt:lpstr>B.Cu</vt:lpstr>
      <vt:lpstr>F.mask</vt:lpstr>
      <vt:lpstr>B.mask</vt:lpstr>
      <vt:lpstr>f.silkscreen</vt:lpstr>
      <vt:lpstr>Edge cuts</vt:lpstr>
      <vt:lpstr>F.fab</vt:lpstr>
      <vt:lpstr>3d model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Štoperica – PTP SEMINAR</dc:title>
  <dc:creator>Ivan Hodak (ihodak)</dc:creator>
  <cp:lastModifiedBy>IVAN</cp:lastModifiedBy>
  <cp:revision>14</cp:revision>
  <dcterms:created xsi:type="dcterms:W3CDTF">2026-02-04T08:07:51Z</dcterms:created>
  <dcterms:modified xsi:type="dcterms:W3CDTF">2026-02-06T11:27:37Z</dcterms:modified>
</cp:coreProperties>
</file>